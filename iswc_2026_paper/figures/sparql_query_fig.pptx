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24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E1CCB6-B4D1-8B49-ADBB-CEB7A7ED5C6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73424-4E86-1E40-90E4-0786816C4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1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73424-4E86-1E40-90E4-0786816C41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6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8033-7891-EED7-C10F-D7D0E80F8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184AC-C9FD-4F80-8CC6-71189908B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8EB4D-55E9-A5F5-695B-9751F99A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8207D-D418-51D8-B183-640DDC93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31529-9C86-8DF5-8960-14600982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5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CAFE-C166-24D0-F90A-A607F31A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8B63A-8C10-5873-F4CC-12A63566B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97371-4C36-14C4-6B5E-DD5B47E9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50BA1-7CD6-1118-75CA-88E23578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C19F1-3BB3-DB5D-77D8-DDCA217F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1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0F33-1A7C-CF28-FD5F-300598C2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F2AF7-11B1-2547-E08E-9BAD2A71E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B428-04FC-6BD6-E05B-69802FE8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EBFC1-28F8-CB29-15D7-C6554EAB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9B7F-54B9-8E41-65A2-5D767EF7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12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1FC5-7ABA-8AEC-0130-443BF2B4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3992-78F6-5580-5613-C0AA4ADFE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5F41F-2BBF-9688-F14B-D98A9FEA9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B8EBB-8A5D-6D4F-B685-8FA57C7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A3874-74FC-47B8-E9C9-5AF3478F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5BA73-228E-1523-4E3A-974912A5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0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2265-B321-4499-09C6-FAA3210B0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9B47D-3E37-33D0-1DD4-4005A1CD8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91C38-3153-0BBE-6A87-0A04D67B3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2BF3E-AE86-0D1A-DA6E-D567364BC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F1A55-381D-AC57-BC50-680E67D73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ECCC4-70F7-8F60-B0F5-FF8BDA23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5445E-DC44-5A4A-DF85-B07BE290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4E95A-10AB-3541-5AC5-D2B94960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2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5001-988B-AFE6-3778-E5E63347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0072D-3ED4-5DBC-C1AB-F0E7D765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084FD-4037-2D61-94C6-BA331A90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56079-A5C2-03E8-4A07-F75F5910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5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903D2-B109-8D20-C59B-D7C5F6A68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FE172-5BA0-C24B-8C62-ECE1E1DD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7839F-0ABA-56E4-4486-41328C4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AA23-F27A-8A9A-141E-5130B3DA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1B2D-140E-F619-848A-CC3F47FCB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A64EE-3C5A-E23D-77D6-513DFE3F2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B3967-5957-33D6-A161-B2D2D084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989B0-1DE7-8B58-E11B-C943D3CC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A646D-1C7B-01CA-52FB-A844A82C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74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A60B-CAB1-883A-910B-C345DC3B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D8FB2-55D2-DD40-E8EC-7FA2083FE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FAA973-3F61-7B2A-F4D3-7D9226F14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F191A-60DA-6C88-4D27-CA7CABD7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BB654-89B9-AF21-41A7-392A0E6F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C768C-762E-E674-7504-29FCCDED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21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310B0-3492-C4F9-E9B9-107DB38D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E3DEA-6506-991C-6E79-925604665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7DB09-421B-8225-1916-97A00111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4B00F-964B-40C9-F3ED-41FA99C4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6BC9-777B-2591-CC06-E5017FF2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07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07386-052F-0CDB-37A5-111C3FDC5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D436E-7728-A43B-799C-3A7ED33B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8982F-6F04-E52C-D910-E743DC0E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AEB0C-4A5E-C68D-3AEF-76925553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860E8-977A-5B63-791C-B22CF14F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7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05789C-3D45-DD1A-065E-07E72D29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6C770-1184-132F-EBC3-D6643C4AE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F5213-C804-483A-ADCE-04118DC5A8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AAE18-5BE7-4440-BD7D-BAF2972CAD70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D467F-F17E-F49C-01B2-141AB4D67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0EC91-3714-57A0-B268-F8AD299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00F3A-24B1-9547-9074-20D9E2CCA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B1BF8-9E01-74BB-6ED6-81CE97978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222" y="0"/>
            <a:ext cx="7509753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F92324-E198-2FD8-6133-C7B55025A58C}"/>
              </a:ext>
            </a:extLst>
          </p:cNvPr>
          <p:cNvSpPr/>
          <p:nvPr/>
        </p:nvSpPr>
        <p:spPr>
          <a:xfrm>
            <a:off x="2917371" y="44068"/>
            <a:ext cx="5312229" cy="24237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7C4967-85EC-CE90-53CA-865D855010E0}"/>
              </a:ext>
            </a:extLst>
          </p:cNvPr>
          <p:cNvSpPr/>
          <p:nvPr/>
        </p:nvSpPr>
        <p:spPr>
          <a:xfrm>
            <a:off x="2917371" y="1617644"/>
            <a:ext cx="5455448" cy="24806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5C1F7-E44B-E14C-6D53-9D2CFFAE2762}"/>
              </a:ext>
            </a:extLst>
          </p:cNvPr>
          <p:cNvSpPr/>
          <p:nvPr/>
        </p:nvSpPr>
        <p:spPr>
          <a:xfrm>
            <a:off x="2917371" y="4131325"/>
            <a:ext cx="5455448" cy="107598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C37F6-70A8-5409-7FF4-3B38CD23758D}"/>
              </a:ext>
            </a:extLst>
          </p:cNvPr>
          <p:cNvSpPr/>
          <p:nvPr/>
        </p:nvSpPr>
        <p:spPr>
          <a:xfrm>
            <a:off x="2917370" y="5240356"/>
            <a:ext cx="6986793" cy="15735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2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DDD188-7CA4-A5BA-BBDD-3A13696E0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7684" y="782197"/>
            <a:ext cx="6084315" cy="59491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BDA14F-5EBC-2238-A4A5-926780015468}"/>
              </a:ext>
            </a:extLst>
          </p:cNvPr>
          <p:cNvSpPr/>
          <p:nvPr/>
        </p:nvSpPr>
        <p:spPr>
          <a:xfrm>
            <a:off x="6422279" y="826266"/>
            <a:ext cx="4528838" cy="5618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31B75-A25B-18A1-EBFE-1CBC7576120A}"/>
              </a:ext>
            </a:extLst>
          </p:cNvPr>
          <p:cNvSpPr/>
          <p:nvPr/>
        </p:nvSpPr>
        <p:spPr>
          <a:xfrm>
            <a:off x="6422279" y="2478794"/>
            <a:ext cx="4561684" cy="202710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E2BCAC-4F6C-10CE-FC31-CFE6606992F9}"/>
              </a:ext>
            </a:extLst>
          </p:cNvPr>
          <p:cNvSpPr/>
          <p:nvPr/>
        </p:nvSpPr>
        <p:spPr>
          <a:xfrm>
            <a:off x="6422279" y="4682169"/>
            <a:ext cx="4561684" cy="73813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5FC5B9-657C-B9CC-49E4-8B33F3F10D9C}"/>
              </a:ext>
            </a:extLst>
          </p:cNvPr>
          <p:cNvSpPr/>
          <p:nvPr/>
        </p:nvSpPr>
        <p:spPr>
          <a:xfrm>
            <a:off x="6422279" y="5596566"/>
            <a:ext cx="5707292" cy="9254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12F77F-B381-D12B-F1EC-739E3AC80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32" y="782196"/>
            <a:ext cx="6092249" cy="59491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B47520D-F793-14B4-2C4D-BE4E1BF20F05}"/>
              </a:ext>
            </a:extLst>
          </p:cNvPr>
          <p:cNvSpPr/>
          <p:nvPr/>
        </p:nvSpPr>
        <p:spPr>
          <a:xfrm>
            <a:off x="330030" y="826265"/>
            <a:ext cx="4309513" cy="1966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1A6CE8-468E-920C-7117-FD98DBFE020B}"/>
              </a:ext>
            </a:extLst>
          </p:cNvPr>
          <p:cNvSpPr/>
          <p:nvPr/>
        </p:nvSpPr>
        <p:spPr>
          <a:xfrm>
            <a:off x="330030" y="2198798"/>
            <a:ext cx="4425704" cy="214691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C01673-DE34-CAA1-DE9E-0B4C0AF0213E}"/>
              </a:ext>
            </a:extLst>
          </p:cNvPr>
          <p:cNvSpPr/>
          <p:nvPr/>
        </p:nvSpPr>
        <p:spPr>
          <a:xfrm>
            <a:off x="330030" y="4538949"/>
            <a:ext cx="4425703" cy="78219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A7A2F3-0E88-355A-C52B-1BCDD01DE908}"/>
              </a:ext>
            </a:extLst>
          </p:cNvPr>
          <p:cNvSpPr/>
          <p:nvPr/>
        </p:nvSpPr>
        <p:spPr>
          <a:xfrm>
            <a:off x="330030" y="5513940"/>
            <a:ext cx="5668002" cy="9707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758FB9-F305-0233-493A-A86ECBD11F3A}"/>
              </a:ext>
            </a:extLst>
          </p:cNvPr>
          <p:cNvSpPr txBox="1"/>
          <p:nvPr/>
        </p:nvSpPr>
        <p:spPr>
          <a:xfrm>
            <a:off x="1997550" y="432277"/>
            <a:ext cx="819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Federated SPARQL Query with and without SERVICE clauses</a:t>
            </a:r>
          </a:p>
        </p:txBody>
      </p:sp>
    </p:spTree>
    <p:extLst>
      <p:ext uri="{BB962C8B-B14F-4D97-AF65-F5344CB8AC3E}">
        <p14:creationId xmlns:p14="http://schemas.microsoft.com/office/powerpoint/2010/main" val="242466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D805F-66F4-A234-2D43-5151F6F0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4D57927-63E5-A913-F96C-C131D560C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227" y="834661"/>
            <a:ext cx="5994522" cy="58635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F2676C-58E9-3C08-4A6F-B15564842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8" y="804231"/>
            <a:ext cx="6175030" cy="58940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067D21-510A-1596-12D6-C908D0A527CE}"/>
              </a:ext>
            </a:extLst>
          </p:cNvPr>
          <p:cNvSpPr/>
          <p:nvPr/>
        </p:nvSpPr>
        <p:spPr>
          <a:xfrm>
            <a:off x="6466347" y="826266"/>
            <a:ext cx="4458901" cy="5618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1D59D-F7BE-D1DB-7335-ACD2335CC85B}"/>
              </a:ext>
            </a:extLst>
          </p:cNvPr>
          <p:cNvSpPr/>
          <p:nvPr/>
        </p:nvSpPr>
        <p:spPr>
          <a:xfrm>
            <a:off x="6466347" y="2478794"/>
            <a:ext cx="4491240" cy="202710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7350A0-D807-F1A2-05E3-AB36065C65AE}"/>
              </a:ext>
            </a:extLst>
          </p:cNvPr>
          <p:cNvSpPr/>
          <p:nvPr/>
        </p:nvSpPr>
        <p:spPr>
          <a:xfrm>
            <a:off x="6466347" y="4660135"/>
            <a:ext cx="4491240" cy="73812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5F402D-AAA6-409F-3FB5-C62CE566F14E}"/>
              </a:ext>
            </a:extLst>
          </p:cNvPr>
          <p:cNvSpPr/>
          <p:nvPr/>
        </p:nvSpPr>
        <p:spPr>
          <a:xfrm>
            <a:off x="6466347" y="5574532"/>
            <a:ext cx="5619157" cy="9254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C758F8-4B2E-0566-F164-3561AAF6D7BC}"/>
              </a:ext>
            </a:extLst>
          </p:cNvPr>
          <p:cNvSpPr/>
          <p:nvPr/>
        </p:nvSpPr>
        <p:spPr>
          <a:xfrm>
            <a:off x="357675" y="804231"/>
            <a:ext cx="4536772" cy="2313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23BF7E-88F2-F8E6-0027-AA2611B1D658}"/>
              </a:ext>
            </a:extLst>
          </p:cNvPr>
          <p:cNvSpPr/>
          <p:nvPr/>
        </p:nvSpPr>
        <p:spPr>
          <a:xfrm>
            <a:off x="357675" y="2204566"/>
            <a:ext cx="4569618" cy="214184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B924E2-F09A-24B9-E9D6-FA46EF922576}"/>
              </a:ext>
            </a:extLst>
          </p:cNvPr>
          <p:cNvSpPr/>
          <p:nvPr/>
        </p:nvSpPr>
        <p:spPr>
          <a:xfrm>
            <a:off x="357675" y="4505899"/>
            <a:ext cx="4569618" cy="625336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180C59-D27F-E876-50B2-FF0988ED3F96}"/>
              </a:ext>
            </a:extLst>
          </p:cNvPr>
          <p:cNvSpPr/>
          <p:nvPr/>
        </p:nvSpPr>
        <p:spPr>
          <a:xfrm>
            <a:off x="357674" y="5497415"/>
            <a:ext cx="5778501" cy="95847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95A2C-A923-BBDC-9375-72365F3606BF}"/>
              </a:ext>
            </a:extLst>
          </p:cNvPr>
          <p:cNvSpPr txBox="1"/>
          <p:nvPr/>
        </p:nvSpPr>
        <p:spPr>
          <a:xfrm>
            <a:off x="1997550" y="399226"/>
            <a:ext cx="819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Federated SPARQL Query with and without SERVICE clauses</a:t>
            </a:r>
          </a:p>
        </p:txBody>
      </p:sp>
    </p:spTree>
    <p:extLst>
      <p:ext uri="{BB962C8B-B14F-4D97-AF65-F5344CB8AC3E}">
        <p14:creationId xmlns:p14="http://schemas.microsoft.com/office/powerpoint/2010/main" val="288336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17</Words>
  <Application>Microsoft Macintosh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Crum</dc:creator>
  <cp:lastModifiedBy>Elias Crum</cp:lastModifiedBy>
  <cp:revision>2</cp:revision>
  <dcterms:created xsi:type="dcterms:W3CDTF">2026-05-04T08:14:17Z</dcterms:created>
  <dcterms:modified xsi:type="dcterms:W3CDTF">2026-05-07T18:05:37Z</dcterms:modified>
</cp:coreProperties>
</file>